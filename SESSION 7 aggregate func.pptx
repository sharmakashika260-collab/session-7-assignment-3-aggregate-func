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2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66.xml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65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9.xml"/><Relationship Id="rId3" Type="http://schemas.openxmlformats.org/officeDocument/2006/relationships/image" Target="../media/image4.png"/><Relationship Id="rId2" Type="http://schemas.openxmlformats.org/officeDocument/2006/relationships/tags" Target="../tags/tag68.xml"/><Relationship Id="rId1" Type="http://schemas.openxmlformats.org/officeDocument/2006/relationships/tags" Target="../tags/tag67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2.xml"/><Relationship Id="rId3" Type="http://schemas.openxmlformats.org/officeDocument/2006/relationships/image" Target="../media/image5.png"/><Relationship Id="rId2" Type="http://schemas.openxmlformats.org/officeDocument/2006/relationships/tags" Target="../tags/tag71.xml"/><Relationship Id="rId1" Type="http://schemas.openxmlformats.org/officeDocument/2006/relationships/tags" Target="../tags/tag70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5.xml"/><Relationship Id="rId3" Type="http://schemas.openxmlformats.org/officeDocument/2006/relationships/image" Target="../media/image6.png"/><Relationship Id="rId2" Type="http://schemas.openxmlformats.org/officeDocument/2006/relationships/tags" Target="../tags/tag74.xml"/><Relationship Id="rId1" Type="http://schemas.openxmlformats.org/officeDocument/2006/relationships/tags" Target="../tags/tag73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8.xml"/><Relationship Id="rId3" Type="http://schemas.openxmlformats.org/officeDocument/2006/relationships/image" Target="../media/image7.png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br>
              <a:rPr lang="en-US" sz="6600" b="1">
                <a:latin typeface="Calibri" panose="020F0502020204030204" charset="0"/>
                <a:cs typeface="Calibri" panose="020F0502020204030204" charset="0"/>
              </a:rPr>
            </a:br>
            <a:br>
              <a:rPr lang="en-US" sz="6600" b="1">
                <a:latin typeface="Calibri" panose="020F0502020204030204" charset="0"/>
                <a:cs typeface="Calibri" panose="020F0502020204030204" charset="0"/>
              </a:rPr>
            </a:br>
            <a:br>
              <a:rPr lang="en-US" sz="6600" b="1">
                <a:latin typeface="Calibri" panose="020F0502020204030204" charset="0"/>
                <a:cs typeface="Calibri" panose="020F0502020204030204" charset="0"/>
              </a:rPr>
            </a:br>
            <a:r>
              <a:rPr lang="en-US" sz="7335" b="1">
                <a:latin typeface="Calibri" panose="020F0502020204030204" charset="0"/>
                <a:cs typeface="Calibri" panose="020F0502020204030204" charset="0"/>
              </a:rPr>
              <a:t>SESSION 7:</a:t>
            </a:r>
            <a:br>
              <a:rPr lang="en-US" sz="7335" b="1">
                <a:latin typeface="Calibri" panose="020F0502020204030204" charset="0"/>
                <a:cs typeface="Calibri" panose="020F0502020204030204" charset="0"/>
              </a:rPr>
            </a:br>
            <a:r>
              <a:rPr lang="en-US" sz="7335" b="1">
                <a:latin typeface="Calibri" panose="020F0502020204030204" charset="0"/>
                <a:cs typeface="Calibri" panose="020F0502020204030204" charset="0"/>
              </a:rPr>
              <a:t>AGGREGATE FUNCTIONS</a:t>
            </a:r>
            <a:endParaRPr lang="en-US" sz="7335" b="1">
              <a:latin typeface="Calibri" panose="020F0502020204030204" charset="0"/>
              <a:cs typeface="Calibri" panose="020F0502020204030204" charset="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r>
              <a:rPr lang="en-US" altLang="en-US" sz="2665" b="1">
                <a:latin typeface="Calibri" panose="020F0502020204030204" charset="0"/>
                <a:cs typeface="Calibri" panose="020F0502020204030204" charset="0"/>
                <a:sym typeface="+mn-ea"/>
              </a:rPr>
              <a:t>1.Create a table called Orders with columns: order_id, user_name, total_amount, and order_date. Insert 5 sample rows with different users and order amounts, including at least one NULL value for total_amount.</a:t>
            </a:r>
            <a:endParaRPr lang="en-US" sz="2665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90" y="1751330"/>
            <a:ext cx="9389110" cy="149987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890" y="3412490"/>
            <a:ext cx="8340725" cy="197675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435" y="3825875"/>
            <a:ext cx="5516245" cy="2282825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 fontScale="90000"/>
          </a:bodyPr>
          <a:p>
            <a:pPr>
              <a:lnSpc>
                <a:spcPct val="110000"/>
              </a:lnSpc>
            </a:pPr>
            <a:r>
              <a:rPr lang="en-US" altLang="en-US" sz="2665" b="1">
                <a:latin typeface="Calibri" panose="020F0502020204030204" charset="0"/>
                <a:cs typeface="Calibri" panose="020F0502020204030204" charset="0"/>
              </a:rPr>
              <a:t>2.Write a SQL query to count how many orders were placed by each user in the Orders table, displaying user_name and the number of orders as order_count.</a:t>
            </a:r>
            <a:endParaRPr lang="en-US" altLang="en-US" sz="2665" b="1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1640840"/>
            <a:ext cx="10968990" cy="294894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92125" y="608330"/>
            <a:ext cx="11085195" cy="705485"/>
          </a:xfrm>
        </p:spPr>
        <p:txBody>
          <a:bodyPr>
            <a:normAutofit fontScale="90000"/>
          </a:bodyPr>
          <a:p>
            <a:pPr>
              <a:lnSpc>
                <a:spcPct val="110000"/>
              </a:lnSpc>
            </a:pPr>
            <a:r>
              <a:rPr lang="en-US" altLang="en-US" sz="2665" b="1">
                <a:latin typeface="Calibri" panose="020F0502020204030204" charset="0"/>
                <a:cs typeface="Calibri" panose="020F0502020204030204" charset="0"/>
              </a:rPr>
              <a:t>3.Write a SQL query to calculate the average total_amount of all orders in the Orders table, making sure to ignore any NULL values.</a:t>
            </a:r>
            <a:endParaRPr lang="en-US" altLang="en-US" sz="2665" b="1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972185" y="2162810"/>
            <a:ext cx="9791700" cy="1905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330" y="608330"/>
            <a:ext cx="10968990" cy="705485"/>
          </a:xfrm>
        </p:spPr>
        <p:txBody>
          <a:bodyPr>
            <a:normAutofit fontScale="90000"/>
          </a:bodyPr>
          <a:p>
            <a:pPr>
              <a:lnSpc>
                <a:spcPct val="110000"/>
              </a:lnSpc>
            </a:pPr>
            <a:r>
              <a:rPr lang="en-US" altLang="en-US" sz="2700" b="1">
                <a:latin typeface="Calibri" panose="020F0502020204030204" charset="0"/>
                <a:cs typeface="Calibri" panose="020F0502020204030204" charset="0"/>
              </a:rPr>
              <a:t>4.Suppose you are building a Flipkart-style dashboard: Write a SQL query to find the highest and lowest order amounts (MAX and MIN) from the Orders table, and display both values in a single result row</a:t>
            </a:r>
            <a:r>
              <a:rPr lang="en-US" altLang="en-US" sz="2400" b="1">
                <a:latin typeface="Calibri" panose="020F0502020204030204" charset="0"/>
                <a:cs typeface="Calibri" panose="020F0502020204030204" charset="0"/>
              </a:rPr>
              <a:t>.</a:t>
            </a:r>
            <a:endParaRPr lang="en-US" altLang="en-US" sz="2400" b="1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08330" y="3263265"/>
            <a:ext cx="10968990" cy="121285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142240" y="584200"/>
            <a:ext cx="11861165" cy="1313815"/>
          </a:xfrm>
        </p:spPr>
        <p:txBody>
          <a:bodyPr>
            <a:normAutofit fontScale="90000"/>
          </a:bodyPr>
          <a:p>
            <a:pPr>
              <a:lnSpc>
                <a:spcPct val="110000"/>
              </a:lnSpc>
            </a:pPr>
            <a:r>
              <a:rPr lang="en-US" altLang="en-US" sz="2665" b="1">
                <a:latin typeface="Calibri" panose="020F0502020204030204" charset="0"/>
                <a:cs typeface="Calibri" panose="020F0502020204030204" charset="0"/>
              </a:rPr>
              <a:t>5.Write a SQL query to calculate the total sales (SUM of total_amount) for all orders, but only include orders where total_amount is not NULL.&lt;br&gt;&lt;br&gt;&lt;em&gt;&lt;strong&gt;Hint:&lt;/strong&gt; Use a WHERE clause to filter out NULL values before applying the SUM function.&lt;/em&gt;</a:t>
            </a:r>
            <a:endParaRPr lang="en-US" altLang="en-US" sz="2665" b="1">
              <a:latin typeface="Calibri" panose="020F0502020204030204" charset="0"/>
              <a:cs typeface="Calibri" panose="020F0502020204030204" charset="0"/>
            </a:endParaRPr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32410" y="2610485"/>
            <a:ext cx="11344910" cy="163639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986</Words>
  <Application>WPS Presentation</Application>
  <PresentationFormat>Widescreen</PresentationFormat>
  <Paragraphs>12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4" baseType="lpstr">
      <vt:lpstr>Arial</vt:lpstr>
      <vt:lpstr>SimSun</vt:lpstr>
      <vt:lpstr>Wingdings</vt:lpstr>
      <vt:lpstr>Wingdings</vt:lpstr>
      <vt:lpstr>Calibri</vt:lpstr>
      <vt:lpstr>Microsoft YaHei</vt:lpstr>
      <vt:lpstr>Arial Unicode MS</vt:lpstr>
      <vt:lpstr>WPS</vt:lpstr>
      <vt:lpstr>   SESSION 7: AGGREGATE FUNCTIONS</vt:lpstr>
      <vt:lpstr>PowerPoint 演示文稿</vt:lpstr>
      <vt:lpstr>2.Write a SQL query to count how many orders were placed by each user in the Orders table, displaying user_name and the number of orders as order_count.</vt:lpstr>
      <vt:lpstr>3.Write a SQL query to calculate the average total_amount of all orders in the Orders table, making sure to ignore any NULL values.</vt:lpstr>
      <vt:lpstr>4.Suppose you are building a Flipkart-style dashboard: Write a SQL query to find the highest and lowest order amounts (MAX and MIN) from the Orders table, and display both values in a single result row.</vt:lpstr>
      <vt:lpstr>5.Write a SQL query to calculate the total sales (SUM of total_amount) for all orders, but only include orders where total_amount is not NULL.&lt;br&gt;&lt;br&gt;&lt;em&gt;&lt;strong&gt;Hint:&lt;/strong&gt; Use a WHERE clause to filter out NULL values before applying the SUM function.&lt;/em&gt;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_x000B_  SESSION 7: AGGREGATE FUNCTIONS</dc:title>
  <dc:creator>ASUS</dc:creator>
  <cp:lastModifiedBy>Kashika Sharma</cp:lastModifiedBy>
  <cp:revision>3</cp:revision>
  <dcterms:created xsi:type="dcterms:W3CDTF">2026-10-07T10:48:00Z</dcterms:created>
  <dcterms:modified xsi:type="dcterms:W3CDTF">2026-10-07T13:24:18Z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6FB02BD39DC24F8EA0D96DE3212D6769_11</vt:lpwstr>
  </property>
</Properties>
</file>